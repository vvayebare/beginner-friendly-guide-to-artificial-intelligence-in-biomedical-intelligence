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DE8F50F-4E0C-8E6B-FB0C-3C2A1D0841CD}">
          <p14:sldIdLst>
            <p14:sldId id="256"/>
            <p14:sldId id="257"/>
          </p14:sldIdLst>
        </p14:section>
        <p14:section name="Setup" id="{F142A2ED-8E2A-EE86-22B8-A824425A84E2}">
          <p14:sldIdLst>
            <p14:sldId id="258"/>
          </p14:sldIdLst>
        </p14:section>
        <p14:section name="Core Python" id="{A6433F59-7B2F-DACA-29F6-6133224BDC6E}">
          <p14:sldIdLst>
            <p14:sldId id="259"/>
            <p14:sldId id="260"/>
            <p14:sldId id="261"/>
            <p14:sldId id="262"/>
            <p14:sldId id="263"/>
          </p14:sldIdLst>
        </p14:section>
        <p14:section name="OOP" id="{45FFA541-83C1-EA64-B3FA-0C75BEF081FC}">
          <p14:sldIdLst>
            <p14:sldId id="264"/>
            <p14:sldId id="265"/>
            <p14:sldId id="266"/>
          </p14:sldIdLst>
        </p14:section>
        <p14:section name="Python for data" id="{BE7E6F81-0F6F-AE58-DE9F-D82D6906BE6B}">
          <p14:sldIdLst>
            <p14:sldId id="267"/>
            <p14:sldId id="268"/>
            <p14:sldId id="269"/>
          </p14:sldIdLst>
        </p14:section>
        <p14:section name="Mini challenge" id="{3BCFEAC2-EE62-D1F5-DD5C-7B1F0804D9C3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04" y="-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07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 BME values throughout. Exercise: store a patient's heart rate and temperature, convert the temperature to Fahrenheit.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build a one-line report string for a patient using an f-string.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add a new reading to the list and update a value in the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Resting adult heart rate of 60 to 100 bpm is used as the normal range. Exercise: flag every reading in a list and count how many are abnormal.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earlier loop into a function. This sets up methods in 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MedicalDevice step by step: class, __init__, attributes, then methods. Compare with a dictionary record from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mention encapsulation and why classes help organize code. Create two objects and show they keep separate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turn_on() and status() come from MedicalDevice. Students build ECGMonitor themselves as an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bridge to the later days. The libraries come after OOP, and we use them on a small sample file of vitals.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small sample vitals.csv in Colab with columns such as patient, bpm and temp_c. Upload it through the Colab file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a simple vitals signal. Ask students to change the values and replot.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Purely an OOP exercise: no pandas or NumPy. Students work alone or in pairs for about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follow standard fasting glucose ranges. Circulate and help students who get stuck on 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day and preview Day 2: basic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3517" y="244989"/>
            <a:ext cx="3896983" cy="197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in </a:t>
            </a:r>
            <a:r>
              <a:rPr lang="en-US" sz="4400" b="1" dirty="0" smtClean="0">
                <a:solidFill>
                  <a:schemeClr val="bg1"/>
                </a:solidFill>
              </a:rPr>
              <a:t>Healthcare</a:t>
            </a:r>
            <a:br>
              <a:rPr lang="en-US" sz="4400" b="1" dirty="0" smtClean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bg1"/>
                </a:solidFill>
              </a:rPr>
              <a:t> </a:t>
            </a:r>
            <a:r>
              <a:rPr lang="en-US" sz="4400" b="1" dirty="0">
                <a:solidFill>
                  <a:schemeClr val="bg1"/>
                </a:solidFill>
              </a:rPr>
              <a:t>Bootcamp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3691"/>
            <a:ext cx="4000500" cy="164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Python, OOP and the data libraries, ending in a diabetes OOP mini </a:t>
            </a:r>
            <a:r>
              <a:rPr lang="en-US" sz="2000" dirty="0" smtClean="0">
                <a:solidFill>
                  <a:schemeClr val="accent6"/>
                </a:solidFill>
              </a:rPr>
              <a:t>project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Today's plan</a:t>
            </a:r>
            <a:endParaRPr lang="en-US" sz="2800" dirty="0"/>
          </a:p>
        </p:txBody>
      </p:sp>
      <p:graphicFrame>
        <p:nvGraphicFramePr>
          <p:cNvPr id="3" name="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739527"/>
              </p:ext>
            </p:extLst>
          </p:nvPr>
        </p:nvGraphicFramePr>
        <p:xfrm>
          <a:off x="548640" y="1371600"/>
          <a:ext cx="6949440" cy="3072384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 smtClean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What we do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smtClean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Google Colab, hello-world, first cell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smtClean="0">
                          <a:solidFill>
                            <a:schemeClr val="tx1"/>
                          </a:solidFill>
                        </a:rPr>
                        <a:t>Core Python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Variables, strings, lists, dictionaries, loops, functions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smtClean="0">
                          <a:solidFill>
                            <a:schemeClr val="tx1"/>
                          </a:solidFill>
                        </a:rPr>
                        <a:t>Break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minutes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smtClean="0">
                          <a:solidFill>
                            <a:schemeClr val="tx1"/>
                          </a:solidFill>
                        </a:rPr>
                        <a:t>OOP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Classes, objects, encapsulation, inheritance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smtClean="0">
                          <a:solidFill>
                            <a:schemeClr val="tx1"/>
                          </a:solidFill>
                        </a:rPr>
                        <a:t>Python for data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CSV, NumPy, pandas, matplotlib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</a:rPr>
                        <a:t>Mini challenge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Diabetes Patient class, Day 2 preview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Setup: Google Colab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colab.research.google.com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 in and click New notebook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Shift+Enter runs a cell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cells hold notes and headings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Nothing to install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Your first cell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bootcamp!")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Lines starting with # are comments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"Colab"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print("Running in", name)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Variables and types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variable is a named value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Types: int, float, str, bool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type() shows the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lowercase_with_underscores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Numbers, text and booleans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= 72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temp_c = 36.8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 = "Medical Ward"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is_critical 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print(type(bpm))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print(type(temp_c))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Arithmetic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temp_f = temp_c * 9 / 5 + 32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print(temp_f)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Strings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goes in quotes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f-strings insert variables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upper(), lower(), strip()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len() counts characters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Slicing: name[0:3]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Working with text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"Amina"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= 72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f"Patient {name}: {bpm} bpm"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print(msg.upper())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print(name[0:3])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Lists and dictionaries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list keeps ordered readings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Indexing starts at 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append() adds, len() counts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dictionary maps keys to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dictionary per patient record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Readings and patient records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 = [72, 88, 130, 65]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readings.append(95)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print(readings[0], len(readings))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"Amina",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45,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"bpm": 88,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patient["bpm"] = 92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print(patient["name"])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if/else and loops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if/elif/else make decisions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goes through a 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while repeats until a condition fails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Indentation defines the block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with &lt;, &gt;, ==, !=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Flagging abnormal values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 = [72, 88, 130, 55]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bpm in readings: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bpm &lt; 60: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print(bpm, "low")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bpm &lt;= 100: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print(bpm, "normal")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print(bpm, "high")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3: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Functions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 names a reusable block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Parameters in, return value out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Wrap unit conversions in functions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Exercise: flag a list of readings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Reusable blocks of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c_to_f(temp_c):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temp_c * 9 / 5 + 32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flag_heart_rate(bpm):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bpm &lt; 60: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"low"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bpm &lt;= 100: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"normal"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"high"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print(c_to_f(37))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print(flag_heart_rate(130))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OOP: classes and objects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class is a blueprint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object is one real device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__init__ runs when an object is made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 refers to the object itself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Methods are functions in a class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MedicalDevice class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MedicalDevice: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serial):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self.serial = serial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self.is_on 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turn_on(self):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self.is_on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status(self):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self.is_on: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f"{self.name}: on"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f"{self.name}: off"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OOP: objects and encapsulation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objects, then call methods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object keeps its own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Encapsulation hides internal details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leading underscore means internal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Methods give controlled access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Using objects, hiding details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 = MedicalDevice("Ventilator", "V-102")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vent.turn_on()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print(vent.status())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Monitor: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self._alarm_limit = 120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set_limit(self, value):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value &gt;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self._alarm_limit = value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OOP: inheritance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child class reuses a parent class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super().__init__() runs parent setup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Children add their own attributes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Children inherit parent methods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are still medical devices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Ventilator and ECGMonitor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Ventilator(MedicalDevice):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serial, rate):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serial)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self.rate =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ECGMonitor(MedicalDevice):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serial):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serial)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self.heart_rate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Ventilator("Vent", "V-102", 14)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v.turn_on()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print(v.status())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Python for data: the toolkit</a:t>
            </a:r>
            <a:endParaRPr lang="en-US" sz="2800" dirty="0"/>
          </a:p>
        </p:txBody>
      </p:sp>
      <p:sp>
        <p:nvSpPr>
          <p:cNvPr id="3" name="Reading a CSV card"/>
          <p:cNvSpPr/>
          <p:nvPr/>
        </p:nvSpPr>
        <p:spPr>
          <a:xfrm>
            <a:off x="548640" y="128016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Reading a CSV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 a file of patient records and load it into Python</a:t>
            </a:r>
            <a:endParaRPr lang="en-US" sz="1500" dirty="0"/>
          </a:p>
        </p:txBody>
      </p:sp>
      <p:sp>
        <p:nvSpPr>
          <p:cNvPr id="6" name="NumPy arrays card"/>
          <p:cNvSpPr/>
          <p:nvPr/>
        </p:nvSpPr>
        <p:spPr>
          <a:xfrm>
            <a:off x="4663440" y="128016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NumPy arrays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Fast maths on whole lists of readings at once</a:t>
            </a:r>
            <a:endParaRPr lang="en-US" sz="1500" dirty="0"/>
          </a:p>
        </p:txBody>
      </p:sp>
      <p:sp>
        <p:nvSpPr>
          <p:cNvPr id="9" name="pandas basics card"/>
          <p:cNvSpPr/>
          <p:nvPr/>
        </p:nvSpPr>
        <p:spPr>
          <a:xfrm>
            <a:off x="548640" y="274320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pandas basics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Load, filter and summarize a table of data</a:t>
            </a:r>
            <a:endParaRPr lang="en-US" sz="1500" dirty="0"/>
          </a:p>
        </p:txBody>
      </p:sp>
      <p:sp>
        <p:nvSpPr>
          <p:cNvPr id="12" name="matplotlib card"/>
          <p:cNvSpPr/>
          <p:nvPr/>
        </p:nvSpPr>
        <p:spPr>
          <a:xfrm>
            <a:off x="4663440" y="274320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matplotlib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Plot a simple vitals signal with labelled axes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This is the bridge to Days 2, 3 and 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pandas: load and summarize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pd.read_csv() loads a table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head() previews the first rows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describe() summarizes numbers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rows with a condition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Columns are accessed by name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Loading a CSV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pd.read_csv("vitals.csv")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df[df["bpm"] &gt; 100]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print(len(high))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print(df["bpm"].mean())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print(df["bpm"].max())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NumPy and matplotlib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NumPy does maths on every value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mean() and std() summarize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matplotlib draws the plot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 axes and add a title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Arrays and a first plot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= np.array([72, 75, 80, 78, 90, 85])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print(bpm.mean(), bpm.std())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plt.plot(bpm)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plt.title("Heart rate")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plt.xlabel("Reading")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plt.ylabel("bpm")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0" y="137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Build a diabetes Patient class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4892" y="1431985"/>
            <a:ext cx="4244196" cy="436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Attributes: name, age, bmi, fasting glucose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Method: glucose_status() returns normal, prediabetic or diabetic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Method: summary() returns a one-line description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Create 5 patients in a list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Loop through them and print who needs follow-up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98" y="806246"/>
            <a:ext cx="5193102" cy="36290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Mini challenge: starter code</a:t>
            </a:r>
            <a:endParaRPr lang="en-US" sz="2800" dirty="0"/>
          </a:p>
        </p:txBody>
      </p:sp>
      <p:sp>
        <p:nvSpPr>
          <p:cNvPr id="3" name="Points card"/>
          <p:cNvSpPr/>
          <p:nvPr/>
        </p:nvSpPr>
        <p:spPr>
          <a:xfrm>
            <a:off x="548640" y="1280160"/>
            <a:ext cx="3108960" cy="3383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Fasting glucose in mg/dL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Below 100: normal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 to 125: prediabetic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126 and above: diabetic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with 5 patients</a:t>
            </a:r>
            <a:endParaRPr lang="en-US" sz="1400" dirty="0"/>
          </a:p>
        </p:txBody>
      </p:sp>
      <p:sp>
        <p:nvSpPr>
          <p:cNvPr id="6" name="Code card"/>
          <p:cNvSpPr/>
          <p:nvPr/>
        </p:nvSpPr>
        <p:spPr>
          <a:xfrm>
            <a:off x="384048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690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Fill in the TODOs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8745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Patient: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age, bmi, glucose):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TODO: store age, bmi, glucose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glucose_status(self):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TODO: return "normal",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"prediabetic" or "diabetic"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summary(self):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TODO: return a short description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otcamp">
  <a:themeElements>
    <a:clrScheme name="Bootcamp">
      <a:dk1>
        <a:srgbClr val="1C2430"/>
      </a:dk1>
      <a:lt1>
        <a:srgbClr val="F5F2EA"/>
      </a:lt1>
      <a:dk2>
        <a:srgbClr val="12233B"/>
      </a:dk2>
      <a:lt2>
        <a:srgbClr val="FBFAF6"/>
      </a:lt2>
      <a:accent1>
        <a:srgbClr val="2BB3A3"/>
      </a:accent1>
      <a:accent2>
        <a:srgbClr val="0B6E64"/>
      </a:accent2>
      <a:accent3>
        <a:srgbClr val="C25E17"/>
      </a:accent3>
      <a:accent4>
        <a:srgbClr val="5D6775"/>
      </a:accent4>
      <a:accent5>
        <a:srgbClr val="DDD8CB"/>
      </a:accent5>
      <a:accent6>
        <a:srgbClr val="C9D2DE"/>
      </a:accent6>
      <a:hlink>
        <a:srgbClr val="0B6E64"/>
      </a:hlink>
      <a:folHlink>
        <a:srgbClr val="5D6775"/>
      </a:folHlink>
    </a:clrScheme>
    <a:fontScheme name="Bootcam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1488</Words>
  <Application>Microsoft Office PowerPoint</Application>
  <PresentationFormat>On-screen Show (16:9)</PresentationFormat>
  <Paragraphs>304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Bootcamp</vt:lpstr>
      <vt:lpstr>AI in Healthcare  Bootcamp</vt:lpstr>
      <vt:lpstr>Today's plan</vt:lpstr>
      <vt:lpstr>Setup: Google Colab</vt:lpstr>
      <vt:lpstr>Variables and types</vt:lpstr>
      <vt:lpstr>Strings</vt:lpstr>
      <vt:lpstr>Lists and dictionaries</vt:lpstr>
      <vt:lpstr>if/else and loops</vt:lpstr>
      <vt:lpstr>Functions</vt:lpstr>
      <vt:lpstr>OOP: classes and objects</vt:lpstr>
      <vt:lpstr>OOP: objects and encapsulation</vt:lpstr>
      <vt:lpstr>OOP: inheritance</vt:lpstr>
      <vt:lpstr>Python for data: the toolkit</vt:lpstr>
      <vt:lpstr>pandas: load and summarize</vt:lpstr>
      <vt:lpstr>NumPy and matplotlib</vt:lpstr>
      <vt:lpstr>Build a diabetes Patient class</vt:lpstr>
      <vt:lpstr>Mini challenge: starter code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Healthcare Bootcamp: Day 1</dc:title>
  <dc:subject>PptxGenJS Presentation</dc:subject>
  <dc:creator>PptxGenJS</dc:creator>
  <cp:lastModifiedBy>Danny</cp:lastModifiedBy>
  <cp:revision>6</cp:revision>
  <dcterms:created xsi:type="dcterms:W3CDTF">2026-10-04T18:28:35Z</dcterms:created>
  <dcterms:modified xsi:type="dcterms:W3CDTF">2026-10-07T03:26:27Z</dcterms:modified>
</cp:coreProperties>
</file>